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5"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5"/>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3" d="100"/>
          <a:sy n="163" d="100"/>
        </p:scale>
        <p:origin x="17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I set each incident’s type from keywords in its description and flagged highway incidents by street name. Fourth, I filtered to the nine complete years, which leaves 58,536 incidents. Fifth, to compare areas fairly, I divided each area’s incidents by its population and the nine years, using only local roads in residential communities. Finally, I wrote DAX measures that power the dashboard: each selection’s rate compared with the city average, the busiest hour, a monthly rate that adjusts for missing data, and the correlations between neighbourhood traits and incident 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 Xinqi Zha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r>
              <a:rPr lang="en-CA" sz="1400" dirty="0">
                <a:solidFill>
                  <a:schemeClr val="tx1">
                    <a:lumMod val="75000"/>
                    <a:lumOff val="25000"/>
                  </a:schemeClr>
                </a:solidFill>
              </a:rPr>
              <a:t>Used </a:t>
            </a:r>
            <a:r>
              <a:rPr lang="en-CA" sz="1400" dirty="0" err="1">
                <a:solidFill>
                  <a:schemeClr val="tx1">
                    <a:lumMod val="75000"/>
                    <a:lumOff val="25000"/>
                  </a:schemeClr>
                </a:solidFill>
              </a:rPr>
              <a:t>GeoPandas</a:t>
            </a:r>
            <a:r>
              <a:rPr lang="en-CA" sz="1400" dirty="0">
                <a:solidFill>
                  <a:schemeClr val="tx1">
                    <a:lumMod val="75000"/>
                    <a:lumOff val="25000"/>
                  </a:schemeClr>
                </a:solidFill>
              </a:rPr>
              <a:t> in Python to read each area’s boundary outline and check which one contains each incident’s map point. 785 fall outside every area. The outlines also became the Shape Map.</a:t>
            </a:r>
            <a:endParaRPr lang="en-US" sz="1400" dirty="0">
              <a:solidFill>
                <a:schemeClr val="tx1">
                  <a:lumMod val="75000"/>
                  <a:lumOff val="25000"/>
                </a:schemeClr>
              </a:solidFill>
            </a:endParaRPr>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Key measures in DAX</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Wrote Key measures in DAX, such as rate vs. city average, busiest hour, monthly rate and how each neighbourhood trait tracks incident rates.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1540</Words>
  <Application>Microsoft Office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4</cp:revision>
  <dcterms:created xsi:type="dcterms:W3CDTF">2026-10-19T04:03:27Z</dcterms:created>
  <dcterms:modified xsi:type="dcterms:W3CDTF">2026-10-20T03:14:54Z</dcterms:modified>
</cp:coreProperties>
</file>