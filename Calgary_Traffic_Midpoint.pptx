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5"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3" d="100"/>
          <a:sy n="163" d="100"/>
        </p:scale>
        <p:origin x="1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Key measures in DAX, such as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1540</Words>
  <Application>Microsoft Office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4</cp:revision>
  <dcterms:created xsi:type="dcterms:W3CDTF">2026-10-19T04:03:27Z</dcterms:created>
  <dcterms:modified xsi:type="dcterms:W3CDTF">2026-10-20T03:14:54Z</dcterms:modified>
</cp:coreProperties>
</file>